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ori, Botond" userId="b1adf3a2-df3f-4c7a-8511-fb5439a62045" providerId="ADAL" clId="{68C6654C-92CD-459D-82DC-F7EA3AC83F05}"/>
    <pc:docChg chg="custSel modSld">
      <pc:chgData name="Hamori, Botond" userId="b1adf3a2-df3f-4c7a-8511-fb5439a62045" providerId="ADAL" clId="{68C6654C-92CD-459D-82DC-F7EA3AC83F05}" dt="2025-03-24T23:20:28.632" v="6" actId="1076"/>
      <pc:docMkLst>
        <pc:docMk/>
      </pc:docMkLst>
      <pc:sldChg chg="addSp delSp modSp mod">
        <pc:chgData name="Hamori, Botond" userId="b1adf3a2-df3f-4c7a-8511-fb5439a62045" providerId="ADAL" clId="{68C6654C-92CD-459D-82DC-F7EA3AC83F05}" dt="2025-03-24T23:20:28.632" v="6" actId="1076"/>
        <pc:sldMkLst>
          <pc:docMk/>
          <pc:sldMk cId="1729084730" sldId="262"/>
        </pc:sldMkLst>
        <pc:picChg chg="add del mod">
          <ac:chgData name="Hamori, Botond" userId="b1adf3a2-df3f-4c7a-8511-fb5439a62045" providerId="ADAL" clId="{68C6654C-92CD-459D-82DC-F7EA3AC83F05}" dt="2025-03-24T23:20:23.710" v="3" actId="478"/>
          <ac:picMkLst>
            <pc:docMk/>
            <pc:sldMk cId="1729084730" sldId="262"/>
            <ac:picMk id="5" creationId="{0D94204E-5748-1202-EE8E-FB1352857CC8}"/>
          </ac:picMkLst>
        </pc:picChg>
        <pc:picChg chg="del">
          <ac:chgData name="Hamori, Botond" userId="b1adf3a2-df3f-4c7a-8511-fb5439a62045" providerId="ADAL" clId="{68C6654C-92CD-459D-82DC-F7EA3AC83F05}" dt="2025-03-24T23:19:25.752" v="0" actId="478"/>
          <ac:picMkLst>
            <pc:docMk/>
            <pc:sldMk cId="1729084730" sldId="262"/>
            <ac:picMk id="6" creationId="{E2B06F13-CE33-5B28-0EAB-6DF16967FE61}"/>
          </ac:picMkLst>
        </pc:picChg>
        <pc:picChg chg="add mod">
          <ac:chgData name="Hamori, Botond" userId="b1adf3a2-df3f-4c7a-8511-fb5439a62045" providerId="ADAL" clId="{68C6654C-92CD-459D-82DC-F7EA3AC83F05}" dt="2025-03-24T23:20:28.632" v="6" actId="1076"/>
          <ac:picMkLst>
            <pc:docMk/>
            <pc:sldMk cId="1729084730" sldId="262"/>
            <ac:picMk id="8" creationId="{4A5D01E3-5377-601E-C16A-CF2F3632C519}"/>
          </ac:picMkLst>
        </pc:picChg>
      </pc:sldChg>
    </pc:docChg>
  </pc:docChgLst>
  <pc:docChgLst>
    <pc:chgData name="Hamori, Botond" userId="b1adf3a2-df3f-4c7a-8511-fb5439a62045" providerId="ADAL" clId="{070DF94D-0CB8-48C2-81D5-9631C71E4557}"/>
    <pc:docChg chg="undo custSel addSld modSld sldOrd">
      <pc:chgData name="Hamori, Botond" userId="b1adf3a2-df3f-4c7a-8511-fb5439a62045" providerId="ADAL" clId="{070DF94D-0CB8-48C2-81D5-9631C71E4557}" dt="2025-03-24T14:49:33.993" v="3449" actId="1076"/>
      <pc:docMkLst>
        <pc:docMk/>
      </pc:docMkLst>
      <pc:sldChg chg="modSp mod">
        <pc:chgData name="Hamori, Botond" userId="b1adf3a2-df3f-4c7a-8511-fb5439a62045" providerId="ADAL" clId="{070DF94D-0CB8-48C2-81D5-9631C71E4557}" dt="2025-03-24T00:32:00.020" v="231" actId="20577"/>
        <pc:sldMkLst>
          <pc:docMk/>
          <pc:sldMk cId="2369563928" sldId="259"/>
        </pc:sldMkLst>
        <pc:spChg chg="mod">
          <ac:chgData name="Hamori, Botond" userId="b1adf3a2-df3f-4c7a-8511-fb5439a62045" providerId="ADAL" clId="{070DF94D-0CB8-48C2-81D5-9631C71E4557}" dt="2025-03-24T00:32:00.020" v="231" actId="20577"/>
          <ac:spMkLst>
            <pc:docMk/>
            <pc:sldMk cId="2369563928" sldId="259"/>
            <ac:spMk id="3" creationId="{33266535-32C9-7D18-2D00-14597F573F2B}"/>
          </ac:spMkLst>
        </pc:spChg>
      </pc:sldChg>
      <pc:sldChg chg="modSp mod">
        <pc:chgData name="Hamori, Botond" userId="b1adf3a2-df3f-4c7a-8511-fb5439a62045" providerId="ADAL" clId="{070DF94D-0CB8-48C2-81D5-9631C71E4557}" dt="2025-03-24T00:42:15.416" v="1061" actId="1076"/>
        <pc:sldMkLst>
          <pc:docMk/>
          <pc:sldMk cId="3809240605" sldId="261"/>
        </pc:sldMkLst>
        <pc:spChg chg="mod">
          <ac:chgData name="Hamori, Botond" userId="b1adf3a2-df3f-4c7a-8511-fb5439a62045" providerId="ADAL" clId="{070DF94D-0CB8-48C2-81D5-9631C71E4557}" dt="2025-03-24T00:32:03.869" v="232" actId="20577"/>
          <ac:spMkLst>
            <pc:docMk/>
            <pc:sldMk cId="3809240605" sldId="261"/>
            <ac:spMk id="3" creationId="{5E80DA6B-0118-E959-A33D-5C4D6601681B}"/>
          </ac:spMkLst>
        </pc:spChg>
        <pc:picChg chg="mod">
          <ac:chgData name="Hamori, Botond" userId="b1adf3a2-df3f-4c7a-8511-fb5439a62045" providerId="ADAL" clId="{070DF94D-0CB8-48C2-81D5-9631C71E4557}" dt="2025-03-24T00:42:15.416" v="1061" actId="1076"/>
          <ac:picMkLst>
            <pc:docMk/>
            <pc:sldMk cId="3809240605" sldId="261"/>
            <ac:picMk id="6" creationId="{3BBC3704-4E56-0BF4-1FA4-D4A20281AB15}"/>
          </ac:picMkLst>
        </pc:picChg>
      </pc:sldChg>
      <pc:sldChg chg="addSp delSp modSp mod">
        <pc:chgData name="Hamori, Botond" userId="b1adf3a2-df3f-4c7a-8511-fb5439a62045" providerId="ADAL" clId="{070DF94D-0CB8-48C2-81D5-9631C71E4557}" dt="2025-03-24T13:46:18.833" v="3448" actId="1076"/>
        <pc:sldMkLst>
          <pc:docMk/>
          <pc:sldMk cId="1729084730" sldId="262"/>
        </pc:sldMkLst>
        <pc:picChg chg="del">
          <ac:chgData name="Hamori, Botond" userId="b1adf3a2-df3f-4c7a-8511-fb5439a62045" providerId="ADAL" clId="{070DF94D-0CB8-48C2-81D5-9631C71E4557}" dt="2025-03-24T13:45:58.573" v="3441" actId="478"/>
          <ac:picMkLst>
            <pc:docMk/>
            <pc:sldMk cId="1729084730" sldId="262"/>
            <ac:picMk id="5" creationId="{3EA04FBE-AB23-8330-3991-6E623BB18D78}"/>
          </ac:picMkLst>
        </pc:picChg>
        <pc:picChg chg="add mod">
          <ac:chgData name="Hamori, Botond" userId="b1adf3a2-df3f-4c7a-8511-fb5439a62045" providerId="ADAL" clId="{070DF94D-0CB8-48C2-81D5-9631C71E4557}" dt="2025-03-24T13:46:18.833" v="3448" actId="1076"/>
          <ac:picMkLst>
            <pc:docMk/>
            <pc:sldMk cId="1729084730" sldId="262"/>
            <ac:picMk id="6" creationId="{E2B06F13-CE33-5B28-0EAB-6DF16967FE61}"/>
          </ac:picMkLst>
        </pc:picChg>
      </pc:sldChg>
      <pc:sldChg chg="modSp mod">
        <pc:chgData name="Hamori, Botond" userId="b1adf3a2-df3f-4c7a-8511-fb5439a62045" providerId="ADAL" clId="{070DF94D-0CB8-48C2-81D5-9631C71E4557}" dt="2025-03-24T14:49:33.993" v="3449" actId="1076"/>
        <pc:sldMkLst>
          <pc:docMk/>
          <pc:sldMk cId="1455613602" sldId="263"/>
        </pc:sldMkLst>
        <pc:spChg chg="mod">
          <ac:chgData name="Hamori, Botond" userId="b1adf3a2-df3f-4c7a-8511-fb5439a62045" providerId="ADAL" clId="{070DF94D-0CB8-48C2-81D5-9631C71E4557}" dt="2025-03-24T00:32:08.745" v="233" actId="20577"/>
          <ac:spMkLst>
            <pc:docMk/>
            <pc:sldMk cId="1455613602" sldId="263"/>
            <ac:spMk id="3" creationId="{77A49F0D-977C-CA74-902D-ADF6711C8B1F}"/>
          </ac:spMkLst>
        </pc:spChg>
        <pc:picChg chg="mod">
          <ac:chgData name="Hamori, Botond" userId="b1adf3a2-df3f-4c7a-8511-fb5439a62045" providerId="ADAL" clId="{070DF94D-0CB8-48C2-81D5-9631C71E4557}" dt="2025-03-24T14:49:33.993" v="3449" actId="1076"/>
          <ac:picMkLst>
            <pc:docMk/>
            <pc:sldMk cId="1455613602" sldId="263"/>
            <ac:picMk id="5" creationId="{FBC02257-4DC8-553B-C2EF-AC39540B6B86}"/>
          </ac:picMkLst>
        </pc:picChg>
      </pc:sldChg>
      <pc:sldChg chg="delSp modSp add mod">
        <pc:chgData name="Hamori, Botond" userId="b1adf3a2-df3f-4c7a-8511-fb5439a62045" providerId="ADAL" clId="{070DF94D-0CB8-48C2-81D5-9631C71E4557}" dt="2025-03-24T00:35:09.942" v="482" actId="20577"/>
        <pc:sldMkLst>
          <pc:docMk/>
          <pc:sldMk cId="687232858" sldId="264"/>
        </pc:sldMkLst>
        <pc:spChg chg="mod">
          <ac:chgData name="Hamori, Botond" userId="b1adf3a2-df3f-4c7a-8511-fb5439a62045" providerId="ADAL" clId="{070DF94D-0CB8-48C2-81D5-9631C71E4557}" dt="2025-03-24T00:30:13.940" v="35" actId="20577"/>
          <ac:spMkLst>
            <pc:docMk/>
            <pc:sldMk cId="687232858" sldId="264"/>
            <ac:spMk id="2" creationId="{3C3B4FAA-DBBB-E106-44CC-B57ADC8B99BA}"/>
          </ac:spMkLst>
        </pc:spChg>
        <pc:spChg chg="mod">
          <ac:chgData name="Hamori, Botond" userId="b1adf3a2-df3f-4c7a-8511-fb5439a62045" providerId="ADAL" clId="{070DF94D-0CB8-48C2-81D5-9631C71E4557}" dt="2025-03-24T00:35:09.942" v="482" actId="20577"/>
          <ac:spMkLst>
            <pc:docMk/>
            <pc:sldMk cId="687232858" sldId="264"/>
            <ac:spMk id="3" creationId="{8F6302E5-EEFC-0510-3358-6E1095B2EF07}"/>
          </ac:spMkLst>
        </pc:spChg>
        <pc:picChg chg="del">
          <ac:chgData name="Hamori, Botond" userId="b1adf3a2-df3f-4c7a-8511-fb5439a62045" providerId="ADAL" clId="{070DF94D-0CB8-48C2-81D5-9631C71E4557}" dt="2025-03-24T00:29:52.098" v="2" actId="478"/>
          <ac:picMkLst>
            <pc:docMk/>
            <pc:sldMk cId="687232858" sldId="264"/>
            <ac:picMk id="5" creationId="{7C24AB1C-D5B2-9C92-810C-BF94BDB4578C}"/>
          </ac:picMkLst>
        </pc:picChg>
      </pc:sldChg>
      <pc:sldChg chg="modSp add mod modNotesTx">
        <pc:chgData name="Hamori, Botond" userId="b1adf3a2-df3f-4c7a-8511-fb5439a62045" providerId="ADAL" clId="{070DF94D-0CB8-48C2-81D5-9631C71E4557}" dt="2025-03-24T12:33:32.812" v="1122" actId="313"/>
        <pc:sldMkLst>
          <pc:docMk/>
          <pc:sldMk cId="1070894503" sldId="265"/>
        </pc:sldMkLst>
        <pc:spChg chg="mod">
          <ac:chgData name="Hamori, Botond" userId="b1adf3a2-df3f-4c7a-8511-fb5439a62045" providerId="ADAL" clId="{070DF94D-0CB8-48C2-81D5-9631C71E4557}" dt="2025-03-24T00:35:26.083" v="498" actId="20577"/>
          <ac:spMkLst>
            <pc:docMk/>
            <pc:sldMk cId="1070894503" sldId="265"/>
            <ac:spMk id="2" creationId="{342FE598-CDC6-5F03-A873-6B8A21D27A0F}"/>
          </ac:spMkLst>
        </pc:spChg>
        <pc:spChg chg="mod">
          <ac:chgData name="Hamori, Botond" userId="b1adf3a2-df3f-4c7a-8511-fb5439a62045" providerId="ADAL" clId="{070DF94D-0CB8-48C2-81D5-9631C71E4557}" dt="2025-03-24T00:37:50.725" v="1060" actId="20577"/>
          <ac:spMkLst>
            <pc:docMk/>
            <pc:sldMk cId="1070894503" sldId="265"/>
            <ac:spMk id="3" creationId="{039EE46E-C0F3-C5C5-2E62-4C29E7E7EDA7}"/>
          </ac:spMkLst>
        </pc:spChg>
      </pc:sldChg>
      <pc:sldChg chg="modSp add mod modNotesTx">
        <pc:chgData name="Hamori, Botond" userId="b1adf3a2-df3f-4c7a-8511-fb5439a62045" providerId="ADAL" clId="{070DF94D-0CB8-48C2-81D5-9631C71E4557}" dt="2025-03-24T12:36:04.381" v="1472" actId="20577"/>
        <pc:sldMkLst>
          <pc:docMk/>
          <pc:sldMk cId="345869275" sldId="266"/>
        </pc:sldMkLst>
        <pc:spChg chg="mod">
          <ac:chgData name="Hamori, Botond" userId="b1adf3a2-df3f-4c7a-8511-fb5439a62045" providerId="ADAL" clId="{070DF94D-0CB8-48C2-81D5-9631C71E4557}" dt="2025-03-24T12:33:01.882" v="1088" actId="20577"/>
          <ac:spMkLst>
            <pc:docMk/>
            <pc:sldMk cId="345869275" sldId="266"/>
            <ac:spMk id="2" creationId="{93EA7463-2442-585C-266C-061D0B575D09}"/>
          </ac:spMkLst>
        </pc:spChg>
        <pc:spChg chg="mod">
          <ac:chgData name="Hamori, Botond" userId="b1adf3a2-df3f-4c7a-8511-fb5439a62045" providerId="ADAL" clId="{070DF94D-0CB8-48C2-81D5-9631C71E4557}" dt="2025-03-24T12:36:04.381" v="1472" actId="20577"/>
          <ac:spMkLst>
            <pc:docMk/>
            <pc:sldMk cId="345869275" sldId="266"/>
            <ac:spMk id="3" creationId="{CE042D0E-E103-E0E6-8085-DB54796F7896}"/>
          </ac:spMkLst>
        </pc:spChg>
      </pc:sldChg>
      <pc:sldChg chg="modSp add mod">
        <pc:chgData name="Hamori, Botond" userId="b1adf3a2-df3f-4c7a-8511-fb5439a62045" providerId="ADAL" clId="{070DF94D-0CB8-48C2-81D5-9631C71E4557}" dt="2025-03-24T12:38:33.220" v="2017" actId="20577"/>
        <pc:sldMkLst>
          <pc:docMk/>
          <pc:sldMk cId="2358819715" sldId="267"/>
        </pc:sldMkLst>
        <pc:spChg chg="mod">
          <ac:chgData name="Hamori, Botond" userId="b1adf3a2-df3f-4c7a-8511-fb5439a62045" providerId="ADAL" clId="{070DF94D-0CB8-48C2-81D5-9631C71E4557}" dt="2025-03-24T12:36:17.462" v="1485" actId="20577"/>
          <ac:spMkLst>
            <pc:docMk/>
            <pc:sldMk cId="2358819715" sldId="267"/>
            <ac:spMk id="2" creationId="{589CDA57-C968-E16B-4289-870810799B07}"/>
          </ac:spMkLst>
        </pc:spChg>
        <pc:spChg chg="mod">
          <ac:chgData name="Hamori, Botond" userId="b1adf3a2-df3f-4c7a-8511-fb5439a62045" providerId="ADAL" clId="{070DF94D-0CB8-48C2-81D5-9631C71E4557}" dt="2025-03-24T12:38:33.220" v="2017" actId="20577"/>
          <ac:spMkLst>
            <pc:docMk/>
            <pc:sldMk cId="2358819715" sldId="267"/>
            <ac:spMk id="3" creationId="{5461B7BF-5C99-C2BA-34E3-CF197978AAD8}"/>
          </ac:spMkLst>
        </pc:spChg>
      </pc:sldChg>
      <pc:sldChg chg="modSp add mod">
        <pc:chgData name="Hamori, Botond" userId="b1adf3a2-df3f-4c7a-8511-fb5439a62045" providerId="ADAL" clId="{070DF94D-0CB8-48C2-81D5-9631C71E4557}" dt="2025-03-24T12:40:12.236" v="2372" actId="20577"/>
        <pc:sldMkLst>
          <pc:docMk/>
          <pc:sldMk cId="915961795" sldId="268"/>
        </pc:sldMkLst>
        <pc:spChg chg="mod">
          <ac:chgData name="Hamori, Botond" userId="b1adf3a2-df3f-4c7a-8511-fb5439a62045" providerId="ADAL" clId="{070DF94D-0CB8-48C2-81D5-9631C71E4557}" dt="2025-03-24T12:38:40.243" v="2028" actId="20577"/>
          <ac:spMkLst>
            <pc:docMk/>
            <pc:sldMk cId="915961795" sldId="268"/>
            <ac:spMk id="2" creationId="{3D112E90-C975-724C-740A-819045E12370}"/>
          </ac:spMkLst>
        </pc:spChg>
        <pc:spChg chg="mod">
          <ac:chgData name="Hamori, Botond" userId="b1adf3a2-df3f-4c7a-8511-fb5439a62045" providerId="ADAL" clId="{070DF94D-0CB8-48C2-81D5-9631C71E4557}" dt="2025-03-24T12:40:12.236" v="2372" actId="20577"/>
          <ac:spMkLst>
            <pc:docMk/>
            <pc:sldMk cId="915961795" sldId="268"/>
            <ac:spMk id="3" creationId="{D0D4126D-057C-0357-C213-79C353728FAD}"/>
          </ac:spMkLst>
        </pc:spChg>
      </pc:sldChg>
      <pc:sldChg chg="modSp add mod ord">
        <pc:chgData name="Hamori, Botond" userId="b1adf3a2-df3f-4c7a-8511-fb5439a62045" providerId="ADAL" clId="{070DF94D-0CB8-48C2-81D5-9631C71E4557}" dt="2025-03-24T13:06:54.849" v="2807" actId="20577"/>
        <pc:sldMkLst>
          <pc:docMk/>
          <pc:sldMk cId="1391559038" sldId="269"/>
        </pc:sldMkLst>
        <pc:spChg chg="mod">
          <ac:chgData name="Hamori, Botond" userId="b1adf3a2-df3f-4c7a-8511-fb5439a62045" providerId="ADAL" clId="{070DF94D-0CB8-48C2-81D5-9631C71E4557}" dt="2025-03-24T13:04:43.576" v="2394" actId="20577"/>
          <ac:spMkLst>
            <pc:docMk/>
            <pc:sldMk cId="1391559038" sldId="269"/>
            <ac:spMk id="2" creationId="{61B68E38-4EAE-E025-28EB-8A622D6A4EC4}"/>
          </ac:spMkLst>
        </pc:spChg>
        <pc:spChg chg="mod">
          <ac:chgData name="Hamori, Botond" userId="b1adf3a2-df3f-4c7a-8511-fb5439a62045" providerId="ADAL" clId="{070DF94D-0CB8-48C2-81D5-9631C71E4557}" dt="2025-03-24T13:06:54.849" v="2807" actId="20577"/>
          <ac:spMkLst>
            <pc:docMk/>
            <pc:sldMk cId="1391559038" sldId="269"/>
            <ac:spMk id="3" creationId="{E2563395-9578-7F38-4F2C-56789F66B053}"/>
          </ac:spMkLst>
        </pc:spChg>
      </pc:sldChg>
      <pc:sldChg chg="modSp add mod">
        <pc:chgData name="Hamori, Botond" userId="b1adf3a2-df3f-4c7a-8511-fb5439a62045" providerId="ADAL" clId="{070DF94D-0CB8-48C2-81D5-9631C71E4557}" dt="2025-03-24T13:09:40.683" v="3218" actId="20577"/>
        <pc:sldMkLst>
          <pc:docMk/>
          <pc:sldMk cId="4199287339" sldId="270"/>
        </pc:sldMkLst>
        <pc:spChg chg="mod">
          <ac:chgData name="Hamori, Botond" userId="b1adf3a2-df3f-4c7a-8511-fb5439a62045" providerId="ADAL" clId="{070DF94D-0CB8-48C2-81D5-9631C71E4557}" dt="2025-03-24T13:07:06.159" v="2817" actId="20577"/>
          <ac:spMkLst>
            <pc:docMk/>
            <pc:sldMk cId="4199287339" sldId="270"/>
            <ac:spMk id="2" creationId="{1A844868-2757-AFD8-EEE2-F5F2CE07A0BB}"/>
          </ac:spMkLst>
        </pc:spChg>
        <pc:spChg chg="mod">
          <ac:chgData name="Hamori, Botond" userId="b1adf3a2-df3f-4c7a-8511-fb5439a62045" providerId="ADAL" clId="{070DF94D-0CB8-48C2-81D5-9631C71E4557}" dt="2025-03-24T13:09:40.683" v="3218" actId="20577"/>
          <ac:spMkLst>
            <pc:docMk/>
            <pc:sldMk cId="4199287339" sldId="270"/>
            <ac:spMk id="3" creationId="{560E67E5-3224-2176-6E12-C444238F50C7}"/>
          </ac:spMkLst>
        </pc:spChg>
      </pc:sldChg>
      <pc:sldChg chg="modSp add mod">
        <pc:chgData name="Hamori, Botond" userId="b1adf3a2-df3f-4c7a-8511-fb5439a62045" providerId="ADAL" clId="{070DF94D-0CB8-48C2-81D5-9631C71E4557}" dt="2025-03-24T13:10:32.112" v="3440" actId="20577"/>
        <pc:sldMkLst>
          <pc:docMk/>
          <pc:sldMk cId="3588338337" sldId="271"/>
        </pc:sldMkLst>
        <pc:spChg chg="mod">
          <ac:chgData name="Hamori, Botond" userId="b1adf3a2-df3f-4c7a-8511-fb5439a62045" providerId="ADAL" clId="{070DF94D-0CB8-48C2-81D5-9631C71E4557}" dt="2025-03-24T13:09:53.727" v="3242" actId="20577"/>
          <ac:spMkLst>
            <pc:docMk/>
            <pc:sldMk cId="3588338337" sldId="271"/>
            <ac:spMk id="2" creationId="{6C1ED92E-4160-828F-610F-6125702620FF}"/>
          </ac:spMkLst>
        </pc:spChg>
        <pc:spChg chg="mod">
          <ac:chgData name="Hamori, Botond" userId="b1adf3a2-df3f-4c7a-8511-fb5439a62045" providerId="ADAL" clId="{070DF94D-0CB8-48C2-81D5-9631C71E4557}" dt="2025-03-24T13:10:32.112" v="3440" actId="20577"/>
          <ac:spMkLst>
            <pc:docMk/>
            <pc:sldMk cId="3588338337" sldId="271"/>
            <ac:spMk id="3" creationId="{7EE34BFF-2F3E-8A3C-DBBD-C4247CB3A5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AD27D-94E6-4EFD-83D3-E59D0217ED6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2553E-8E25-4D9C-BF2B-8D1CF52A81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16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Stochastic – rely on randomness rather than determinism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41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48A-A30D-69AC-F2BC-5B53E5A3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2A60B-C5ED-5150-A9DC-DCFF1FB15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1E7AF-FA6B-A1A4-3E43-9355C5034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57CE8-8697-9753-A338-CE0F09E3C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943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6708-F1E1-58AD-48ED-54F05E93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E7B40-A44B-9EAE-FDB5-416EB176B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9FBAE-154A-43DE-87E3-ACE4B447B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CF40F-3142-01E3-EA65-E0BFD2CCA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01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AB6E-A238-4617-D4DB-802C83A7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98B3F-C89A-BF0E-565A-B8A6A4E01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F77BF-9A98-C98A-6A37-947C4A817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7FE12-CF12-E672-750F-D7F05BD5A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878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7BB6-F03A-DD5A-FCF7-7CFB4339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BAE00-0535-8FFF-FAA6-C36BBDFE4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FE0A4-5CDD-71B7-F229-4AB2A2EA0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C76D-74F0-9A3F-D8F6-5CFBB1371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096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9DCC-E653-1BBE-236D-3D8AC74A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965ED-16C8-49B5-9778-109FB4273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7CA76-97BC-4BC0-3AF4-3E218E61D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E0202-2B70-3DBE-7749-0BC67F3D0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225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5B0E-111C-0364-F8EE-C3095DF8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69E3C-B2E9-8D0C-9C1E-77E242B93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D3E23-9859-184C-98C3-CBF78642F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τ “tau”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2F65F-760D-E0C4-CE52-D8F8D6436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243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5656-50F2-D7CB-24EC-93EFEB7C2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7AB33-5C89-A698-4C6D-8D74ACAAC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C6DA4-D0DB-1861-55D6-04A8627DF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“rho”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9015C-A4E7-BFB8-0E51-20B2D4FD7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51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8DFE-0A31-7F30-F03A-C46BCF89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C9D25-2406-E4DB-2365-DC7D48CB1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AF35E-112D-4ADA-81F4-F3514B4AE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“rho”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627AF-A217-23A1-8CCB-45E84E10A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298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9B681-8137-0974-6EE0-37D76AB2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BE7D7-6E22-35DD-D48E-042DA9499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53AC9-50D7-A742-04FE-1AF564B84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“rho”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FF4D6-DE50-032E-0F24-EAD139F01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107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E68B6-5691-3620-24CB-BEBD43D9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119A1-98A9-C820-06CB-EAF50B875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18323-9097-0341-4ACD-7D5451398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“rho”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EE405-B3DD-AE00-8919-2077E16F2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180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254B-2B76-1AEF-E42D-162FACF7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BC604-234F-0DFD-F3F6-F8F9D99E4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61B95-8716-7C60-7DC0-E94AF6BB6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“rho”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BE729-1BA0-0FBB-73E6-5F93B1B6B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935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1FA5-59B6-C24E-0283-135F2A0F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0CFC9-8E09-2C12-DB94-886F6E1FF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B6AEE-4E81-60D8-38E9-35BA7BAFE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“rho”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0590C-D703-FA05-B14F-B318D7B70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2553E-8E25-4D9C-BF2B-8D1CF52A81B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581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7819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48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806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81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05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9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26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12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71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61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77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C786B5F-C54F-4797-9140-A085C77D0759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3E426F5-1596-450E-813F-53EA42819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67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C5B7-A001-AC8A-1E50-824618E50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COMP532</a:t>
            </a:r>
            <a:br>
              <a:rPr lang="en-GB" dirty="0"/>
            </a:br>
            <a:r>
              <a:rPr lang="en-GB" dirty="0"/>
              <a:t>Tutorial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B79CE-976D-2AF1-8EEA-271EB5CBE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Slides by Botond Hamori</a:t>
            </a:r>
          </a:p>
        </p:txBody>
      </p:sp>
    </p:spTree>
    <p:extLst>
      <p:ext uri="{BB962C8B-B14F-4D97-AF65-F5344CB8AC3E}">
        <p14:creationId xmlns:p14="http://schemas.microsoft.com/office/powerpoint/2010/main" val="16032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7DCC-A10F-F9A6-8066-6B8B116C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C47B-E59E-7ECA-1118-CCD4DFFF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Topics:</a:t>
            </a:r>
          </a:p>
          <a:p>
            <a:pPr lvl="1"/>
            <a:r>
              <a:rPr lang="en-GB" dirty="0"/>
              <a:t>Brief overview of swarm intelligence</a:t>
            </a:r>
          </a:p>
          <a:p>
            <a:pPr lvl="1"/>
            <a:r>
              <a:rPr lang="en-GB" dirty="0"/>
              <a:t>Couple of examples</a:t>
            </a:r>
          </a:p>
          <a:p>
            <a:pPr lvl="1"/>
            <a:r>
              <a:rPr lang="en-GB" dirty="0"/>
              <a:t>Intro to one of the algorithms</a:t>
            </a:r>
          </a:p>
          <a:p>
            <a:r>
              <a:rPr lang="en-GB" dirty="0"/>
              <a:t>Code Demo</a:t>
            </a:r>
          </a:p>
          <a:p>
            <a:pPr lvl="1"/>
            <a:r>
              <a:rPr lang="en-GB" dirty="0"/>
              <a:t>Travelling Salesman</a:t>
            </a:r>
          </a:p>
          <a:p>
            <a:pPr lvl="1"/>
            <a:r>
              <a:rPr lang="en-GB" dirty="0"/>
              <a:t>Visualised solution</a:t>
            </a:r>
          </a:p>
        </p:txBody>
      </p:sp>
    </p:spTree>
    <p:extLst>
      <p:ext uri="{BB962C8B-B14F-4D97-AF65-F5344CB8AC3E}">
        <p14:creationId xmlns:p14="http://schemas.microsoft.com/office/powerpoint/2010/main" val="6260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795F-DC24-D6FB-CB57-5DAD33CE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13FE-E604-8BB9-6729-B5F07E27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Swarm Intelligence (SI)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22DE-F600-BCAA-C686-988761A23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can be described as:</a:t>
            </a:r>
          </a:p>
          <a:p>
            <a:pPr lvl="1"/>
            <a:r>
              <a:rPr lang="en-GB" dirty="0"/>
              <a:t>The global behaviour of a distributed system that arises from the self-organised local interactions between its constituent agents</a:t>
            </a:r>
          </a:p>
          <a:p>
            <a:pPr lvl="1"/>
            <a:r>
              <a:rPr lang="en-GB" dirty="0"/>
              <a:t>Multi-agent system</a:t>
            </a:r>
          </a:p>
          <a:p>
            <a:r>
              <a:rPr lang="en-GB" dirty="0"/>
              <a:t> There is no direct communication via interaction with the environment</a:t>
            </a:r>
          </a:p>
          <a:p>
            <a:pPr lvl="1"/>
            <a:r>
              <a:rPr lang="en-GB" dirty="0"/>
              <a:t>This is known as “</a:t>
            </a:r>
            <a:r>
              <a:rPr lang="en-GB" dirty="0" err="1"/>
              <a:t>stigmergy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Allows distributed problem solving</a:t>
            </a:r>
          </a:p>
          <a:p>
            <a:r>
              <a:rPr lang="en-GB" dirty="0"/>
              <a:t>All SI problems are metaheuristic</a:t>
            </a:r>
          </a:p>
          <a:p>
            <a:pPr lvl="1"/>
            <a:r>
              <a:rPr lang="en-GB" dirty="0"/>
              <a:t>Group of potential solutions that evolve over time</a:t>
            </a:r>
          </a:p>
          <a:p>
            <a:pPr lvl="1"/>
            <a:r>
              <a:rPr lang="en-GB" dirty="0"/>
              <a:t>Stochastic</a:t>
            </a:r>
          </a:p>
          <a:p>
            <a:pPr lvl="1"/>
            <a:r>
              <a:rPr lang="en-GB" dirty="0"/>
              <a:t>Exploration vs exploitation</a:t>
            </a:r>
          </a:p>
          <a:p>
            <a:pPr lvl="1"/>
            <a:r>
              <a:rPr lang="en-GB" dirty="0"/>
              <a:t>Best solution is not guaranteed, only approximated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21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D5ED-76DF-2625-3DE3-29BE7D41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2694-4560-92B9-15F7-A4452B7C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6535-32C9-7D18-2D00-14597F573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Ant Colony (ACO) – </a:t>
            </a:r>
            <a:r>
              <a:rPr lang="en-GB" i="1" u="sng" dirty="0"/>
              <a:t>today</a:t>
            </a:r>
          </a:p>
          <a:p>
            <a:pPr lvl="1"/>
            <a:r>
              <a:rPr lang="en-GB" dirty="0"/>
              <a:t>Uses “pheromone trails” and probabilistic path selection</a:t>
            </a:r>
          </a:p>
        </p:txBody>
      </p:sp>
      <p:pic>
        <p:nvPicPr>
          <p:cNvPr id="5" name="Picture 4" descr="A cartoon of a ant holding a bag&#10;&#10;AI-generated content may be incorrect.">
            <a:extLst>
              <a:ext uri="{FF2B5EF4-FFF2-40B4-BE49-F238E27FC236}">
                <a16:creationId xmlns:a16="http://schemas.microsoft.com/office/drawing/2014/main" id="{EF6C5F0A-8B84-F143-24C1-772FA9A34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9" r="25307"/>
          <a:stretch/>
        </p:blipFill>
        <p:spPr>
          <a:xfrm>
            <a:off x="4871605" y="4049486"/>
            <a:ext cx="2448789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6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E952-829D-60F5-5AF8-62FA7771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DCA0-83CA-A8B6-2B54-116BB084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DA6B-0118-E959-A33D-5C4D66016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Ant Colony (ACO) – </a:t>
            </a:r>
            <a:r>
              <a:rPr lang="en-GB" i="1" u="sng" dirty="0"/>
              <a:t>today </a:t>
            </a:r>
            <a:endParaRPr lang="en-GB" dirty="0"/>
          </a:p>
          <a:p>
            <a:pPr lvl="1"/>
            <a:r>
              <a:rPr lang="en-GB" dirty="0"/>
              <a:t>Uses “pheromone trails” and probabilistic path selection</a:t>
            </a:r>
          </a:p>
          <a:p>
            <a:r>
              <a:rPr lang="en-GB" dirty="0"/>
              <a:t>Artificial Bee Colony (ABC) – </a:t>
            </a:r>
            <a:r>
              <a:rPr lang="en-GB" i="1" u="sng" dirty="0"/>
              <a:t>next week</a:t>
            </a:r>
            <a:endParaRPr lang="en-GB" dirty="0"/>
          </a:p>
          <a:p>
            <a:pPr lvl="1"/>
            <a:r>
              <a:rPr lang="en-GB" dirty="0"/>
              <a:t>Probabilistic recruitment strategies to explore/exploit search space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C3704-4E56-0BF4-1FA4-D4A20281A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666" y="4004468"/>
            <a:ext cx="2815771" cy="26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4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A79F-E6F0-FB2A-383D-16927BC9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9CD6-34A6-EA44-5DE0-7CA6D2FB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7F1C-4147-EF35-063A-9B9407D39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Ant Colony (ACO) – </a:t>
            </a:r>
            <a:r>
              <a:rPr lang="en-GB" i="1" u="sng" dirty="0"/>
              <a:t>today</a:t>
            </a:r>
            <a:endParaRPr lang="en-GB" dirty="0"/>
          </a:p>
          <a:p>
            <a:pPr lvl="1"/>
            <a:r>
              <a:rPr lang="en-GB" dirty="0"/>
              <a:t>Uses “pheromone trails” and probabilistic path selection</a:t>
            </a:r>
          </a:p>
          <a:p>
            <a:r>
              <a:rPr lang="en-GB" dirty="0"/>
              <a:t>Artificial Bee Colony (ABC) – </a:t>
            </a:r>
            <a:r>
              <a:rPr lang="en-GB" i="1" u="sng" dirty="0"/>
              <a:t>next week</a:t>
            </a:r>
            <a:endParaRPr lang="en-GB" dirty="0"/>
          </a:p>
          <a:p>
            <a:pPr lvl="1"/>
            <a:r>
              <a:rPr lang="en-GB" dirty="0"/>
              <a:t>Probabilistic recruitment strategies to explore/exploit search space</a:t>
            </a:r>
          </a:p>
          <a:p>
            <a:r>
              <a:rPr lang="en-GB" dirty="0"/>
              <a:t>Particle Swarm (PSO) – </a:t>
            </a:r>
            <a:r>
              <a:rPr lang="en-GB" i="1" u="sng" dirty="0"/>
              <a:t>hopefully next week</a:t>
            </a:r>
            <a:endParaRPr lang="en-GB" dirty="0"/>
          </a:p>
          <a:p>
            <a:pPr lvl="1"/>
            <a:r>
              <a:rPr lang="en-GB" dirty="0"/>
              <a:t>Velocity and position updates (with randomness)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5D01E3-5377-601E-C16A-CF2F3632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139" y="3676650"/>
            <a:ext cx="4667901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8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40C3-F12C-186C-B379-4031D25BC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3CE3-5EC1-030A-DD0B-1AEFD21F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49F0D-977C-CA74-902D-ADF6711C8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Ant Colony (ACO) – </a:t>
            </a:r>
            <a:r>
              <a:rPr lang="en-GB" i="1" u="sng" dirty="0"/>
              <a:t>today</a:t>
            </a:r>
            <a:endParaRPr lang="en-GB" dirty="0"/>
          </a:p>
          <a:p>
            <a:pPr lvl="1"/>
            <a:r>
              <a:rPr lang="en-GB" dirty="0"/>
              <a:t>Uses “pheromone trails” and probabilistic path selection</a:t>
            </a:r>
          </a:p>
          <a:p>
            <a:r>
              <a:rPr lang="en-GB" dirty="0"/>
              <a:t>Artificial Bee Colony (ABC) – </a:t>
            </a:r>
            <a:r>
              <a:rPr lang="en-GB" i="1" u="sng" dirty="0"/>
              <a:t>next week</a:t>
            </a:r>
            <a:endParaRPr lang="en-GB" dirty="0"/>
          </a:p>
          <a:p>
            <a:pPr lvl="1"/>
            <a:r>
              <a:rPr lang="en-GB" dirty="0"/>
              <a:t>Probabilistic recruitment strategies to explore/exploit search space</a:t>
            </a:r>
          </a:p>
          <a:p>
            <a:r>
              <a:rPr lang="en-GB" dirty="0"/>
              <a:t>Particle Swarm (PSO) – </a:t>
            </a:r>
            <a:r>
              <a:rPr lang="en-GB" i="1" u="sng" dirty="0"/>
              <a:t>hopefully next week</a:t>
            </a:r>
            <a:endParaRPr lang="en-GB" dirty="0"/>
          </a:p>
          <a:p>
            <a:pPr lvl="1"/>
            <a:r>
              <a:rPr lang="en-GB" dirty="0"/>
              <a:t>Velocity and position updates (with randomness)</a:t>
            </a:r>
          </a:p>
          <a:p>
            <a:r>
              <a:rPr lang="en-GB" dirty="0"/>
              <a:t>Grey Wolf – </a:t>
            </a:r>
            <a:r>
              <a:rPr lang="en-GB" i="1" u="sng" dirty="0"/>
              <a:t>beyond the scope of the module*</a:t>
            </a:r>
            <a:endParaRPr lang="en-GB" dirty="0"/>
          </a:p>
          <a:p>
            <a:pPr lvl="1"/>
            <a:r>
              <a:rPr lang="en-GB" dirty="0"/>
              <a:t>Hierarchy between agents</a:t>
            </a:r>
          </a:p>
          <a:p>
            <a:pPr lvl="1"/>
            <a:endParaRPr lang="en-GB" dirty="0"/>
          </a:p>
          <a:p>
            <a:pPr marL="274320" lvl="1" indent="0">
              <a:buNone/>
            </a:pPr>
            <a:endParaRPr lang="en-GB" dirty="0"/>
          </a:p>
          <a:p>
            <a:pPr marL="274320" lvl="1" indent="0">
              <a:buNone/>
            </a:pPr>
            <a:r>
              <a:rPr lang="en-GB" i="1" dirty="0"/>
              <a:t>* I just wanted to include the meme…</a:t>
            </a:r>
          </a:p>
          <a:p>
            <a:pPr marL="274320" lvl="1" indent="0">
              <a:buNone/>
            </a:pPr>
            <a:r>
              <a:rPr lang="en-GB" i="1" dirty="0"/>
              <a:t>… also, it’s a cool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02257-4DC8-553B-C2EF-AC39540B6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0" b="4187"/>
          <a:stretch/>
        </p:blipFill>
        <p:spPr>
          <a:xfrm>
            <a:off x="6518131" y="4286055"/>
            <a:ext cx="4670628" cy="24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1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83D8B-7741-3348-D37A-7ABE1659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4FAA-DBBB-E106-44CC-B57ADC8B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ACO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302E5-EEFC-0510-3358-6E1095B2E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Ants deposit pheromones on paths they traverse</a:t>
            </a:r>
          </a:p>
          <a:p>
            <a:pPr lvl="1"/>
            <a:r>
              <a:rPr lang="en-GB" dirty="0"/>
              <a:t>Other ants are guided by this trail</a:t>
            </a:r>
          </a:p>
          <a:p>
            <a:r>
              <a:rPr lang="en-GB" dirty="0"/>
              <a:t>In real life, the purpose is to find the shortest path to food</a:t>
            </a:r>
          </a:p>
          <a:p>
            <a:r>
              <a:rPr lang="en-GB" dirty="0"/>
              <a:t>Today, the ACO algorithm will be introduced by explaining the hyperparameters</a:t>
            </a:r>
          </a:p>
          <a:p>
            <a:pPr lvl="1"/>
            <a:r>
              <a:rPr lang="en-GB" dirty="0"/>
              <a:t>I’m going to skip the biology</a:t>
            </a:r>
          </a:p>
        </p:txBody>
      </p:sp>
    </p:spTree>
    <p:extLst>
      <p:ext uri="{BB962C8B-B14F-4D97-AF65-F5344CB8AC3E}">
        <p14:creationId xmlns:p14="http://schemas.microsoft.com/office/powerpoint/2010/main" val="68723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7A7A7-8FE9-86B1-A5CF-3C4EDE56A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E598-CDC6-5F03-A873-6B8A21D2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Pheromone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E46E-C0F3-C5C5-2E62-4C29E7E7E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Denoted as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τ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Represents the intensity of the trail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Paths with higher pheromone levels are more attractive to ants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Pheromone evaporates over time at a set rate to decrease the influence of older paths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This encourages exploration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Effects: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Too high: the algorithm might get stuck at a local optimum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Too low: the search becomes too random (the algorithm won’t rely on what it’s supposed to learn)</a:t>
            </a:r>
          </a:p>
        </p:txBody>
      </p:sp>
    </p:spTree>
    <p:extLst>
      <p:ext uri="{BB962C8B-B14F-4D97-AF65-F5344CB8AC3E}">
        <p14:creationId xmlns:p14="http://schemas.microsoft.com/office/powerpoint/2010/main" val="107089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FD72-9F82-9988-6242-A99343CE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7463-2442-585C-266C-061D0B57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Pheromone Evaporation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2D0E-E103-E0E6-8085-DB54796F7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Denoted as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Pheromone evaporates – some solutions may be “forgotten” and will be rediscovered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Helps avoid getting stuck at local optima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Rate is set between 0 and 1 (1 = highest)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Low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ρ allows the exploitation of good paths for longer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High 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 promotes more exploration (solutions/paths are forgotten sooner)</a:t>
            </a:r>
            <a:endParaRPr lang="en-GB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6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AD745-EA53-0725-795A-7CA8A6D7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DA57-C968-E16B-4289-87081079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Pheromone Deposit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1B7BF-5C99-C2BA-34E3-CF197978A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amount of pheromone deposited depends on the quality of the solution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Deposit is made after an ant traversed a path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Two update types: local and global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Local: the ant moves along the path, and it deposits a small amount of pheromone to influence the movement of other ants (in future iterations)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Global: after the entire colony has completed a solution, the best path found in that iteration is given a significant mount of pheromone to make it more attractive to other ants</a:t>
            </a:r>
          </a:p>
        </p:txBody>
      </p:sp>
    </p:spTree>
    <p:extLst>
      <p:ext uri="{BB962C8B-B14F-4D97-AF65-F5344CB8AC3E}">
        <p14:creationId xmlns:p14="http://schemas.microsoft.com/office/powerpoint/2010/main" val="2358819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FD69-8CD0-C076-D888-19F24FFD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8E38-4EAE-E025-28EB-8A622D6A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Pheromone Influence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3395-9578-7F38-4F2C-56789F66B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Denoted as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 (and usually written as ALPHA in-code)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Controls the importance of pheromone information when choosing the next node in the solution path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High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 makes ants more likely to follow paths with higher pheromone levels (more exploitation)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Low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 discourages ants from following paths with high pheromone levels (more exploration)</a:t>
            </a:r>
          </a:p>
          <a:p>
            <a:endParaRPr lang="en-GB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559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29F7-AA57-30B7-57EF-D04A419E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4868-2757-AFD8-EEE2-F5F2CE07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 Influence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E67E5-3224-2176-6E12-C444238F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Denoted as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β (and usually written as BETA in-code)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Controls the importance of the heuristic information (e.g. distance, cost, etc)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High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β gives more importance to heuristic information</a:t>
            </a:r>
          </a:p>
          <a:p>
            <a:pPr lvl="1"/>
            <a:r>
              <a:rPr lang="en-GB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Ants rely more on exploration</a:t>
            </a:r>
          </a:p>
          <a:p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β forces ants to rely more pheromone values</a:t>
            </a:r>
          </a:p>
          <a:p>
            <a:pPr lvl="1"/>
            <a:r>
              <a:rPr lang="en-GB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exploitation</a:t>
            </a:r>
            <a:endParaRPr lang="en-GB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 and β values are strongly connected – these values are often defined with the type of problem in mind.</a:t>
            </a:r>
            <a:endParaRPr lang="en-GB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287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4ECC-2F85-3EEA-5197-53A88AA7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D92E-4160-828F-610F-61257026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Total Pheromone Deposit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34BFF-2F3E-8A3C-DBBD-C4247CB3A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Denoted as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A constant that controls the total amount of pheromone deposited by an ant on its path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Higher Q = more pheromone deposited</a:t>
            </a:r>
          </a:p>
        </p:txBody>
      </p:sp>
    </p:spTree>
    <p:extLst>
      <p:ext uri="{BB962C8B-B14F-4D97-AF65-F5344CB8AC3E}">
        <p14:creationId xmlns:p14="http://schemas.microsoft.com/office/powerpoint/2010/main" val="3588338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A013-864D-8462-4381-D35E1598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2E90-C975-724C-740A-819045E1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4126D-057C-0357-C213-79C35372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Number of ants in the colony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Controls the exploration/exploitation trade-off</a:t>
            </a:r>
          </a:p>
          <a:p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Larger population increases the algorithm’s ability to explore the search space more</a:t>
            </a:r>
          </a:p>
          <a:p>
            <a:pPr lvl="1"/>
            <a:r>
              <a:rPr lang="en-GB" dirty="0">
                <a:latin typeface="Aptos" panose="020B0004020202020204" pitchFamily="34" charset="0"/>
                <a:cs typeface="Times New Roman" panose="02020603050405020304" pitchFamily="18" charset="0"/>
              </a:rPr>
              <a:t>Smaller population size may converge faster, but there is more risk of ending up with a solution that is of poor quality</a:t>
            </a:r>
          </a:p>
        </p:txBody>
      </p:sp>
    </p:spTree>
    <p:extLst>
      <p:ext uri="{BB962C8B-B14F-4D97-AF65-F5344CB8AC3E}">
        <p14:creationId xmlns:p14="http://schemas.microsoft.com/office/powerpoint/2010/main" val="91596179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203</TotalTime>
  <Words>843</Words>
  <Application>Microsoft Office PowerPoint</Application>
  <PresentationFormat>Widescreen</PresentationFormat>
  <Paragraphs>122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Schoolbook</vt:lpstr>
      <vt:lpstr>Wingdings 2</vt:lpstr>
      <vt:lpstr>View</vt:lpstr>
      <vt:lpstr>COMP532 Tutorial 8</vt:lpstr>
      <vt:lpstr>Plan for Today</vt:lpstr>
      <vt:lpstr>Swarm Intelligence (SI)</vt:lpstr>
      <vt:lpstr>Examples of SI</vt:lpstr>
      <vt:lpstr>Examples of SI</vt:lpstr>
      <vt:lpstr>Examples of SI</vt:lpstr>
      <vt:lpstr>Examples of SI</vt:lpstr>
      <vt:lpstr>Introduction to ACO</vt:lpstr>
      <vt:lpstr>Pheromone Level</vt:lpstr>
      <vt:lpstr>Pheromone Evaporation Rate</vt:lpstr>
      <vt:lpstr>Pheromone Deposit Rate</vt:lpstr>
      <vt:lpstr>Pheromone Influence</vt:lpstr>
      <vt:lpstr>Heuristic Influence</vt:lpstr>
      <vt:lpstr>Total Pheromone Deposit</vt:lpstr>
      <vt:lpstr>Population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Hamori, Botond</dc:creator>
  <cp:lastModifiedBy>Hamori, Botond</cp:lastModifiedBy>
  <cp:revision>1</cp:revision>
  <dcterms:created xsi:type="dcterms:W3CDTF">2025-03-23T23:58:54Z</dcterms:created>
  <dcterms:modified xsi:type="dcterms:W3CDTF">2025-03-24T23:20:31Z</dcterms:modified>
</cp:coreProperties>
</file>